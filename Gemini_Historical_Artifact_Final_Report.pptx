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0" y="0"/>
            <a:ext cx="9144000" cy="6860799"/>
            <a:chOff x="0" y="0"/>
            <a:chExt cx="9144000" cy="6860799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Oval 8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1" y="2222623"/>
            <a:ext cx="5917679" cy="2554983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866441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76937" y="1828799"/>
            <a:ext cx="990599" cy="228659"/>
          </a:xfrm>
        </p:spPr>
        <p:txBody>
          <a:bodyPr/>
          <a:lstStyle>
            <a:lvl1pPr algn="l">
              <a:defRPr b="0" i="0">
                <a:solidFill>
                  <a:schemeClr val="bg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10" y="3264407"/>
            <a:ext cx="3859795" cy="228659"/>
          </a:xfrm>
        </p:spPr>
        <p:txBody>
          <a:bodyPr/>
          <a:lstStyle>
            <a:lvl1pPr>
              <a:defRPr b="0" i="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9974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92659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0" y="0"/>
            <a:ext cx="9144000" cy="6860799"/>
            <a:chOff x="0" y="0"/>
            <a:chExt cx="9144000" cy="6860799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9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 bwMode="gray"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2257588"/>
            <a:ext cx="3101765" cy="3020343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7"/>
            <a:ext cx="3054653" cy="3020343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7738039" y="7605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76005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199"/>
            <a:ext cx="3636980" cy="353060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0" y="2489199"/>
            <a:ext cx="3636981" cy="35306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2787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94298"/>
            <a:ext cx="3636980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39" y="3253588"/>
            <a:ext cx="3636981" cy="276621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21440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59077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766428" y="295730"/>
            <a:ext cx="628813" cy="767687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3877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/>
        </p:nvGrpSpPr>
        <p:grpSpPr>
          <a:xfrm>
            <a:off x="0" y="0"/>
            <a:ext cx="9144000" cy="6860799"/>
            <a:chOff x="0" y="0"/>
            <a:chExt cx="9144000" cy="6860799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Rectangle 7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8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89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1182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3086845"/>
            <a:ext cx="2712589" cy="2938036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766428" y="295730"/>
            <a:ext cx="628813" cy="767687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31535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/>
        </p:nvGrpSpPr>
        <p:grpSpPr>
          <a:xfrm>
            <a:off x="0" y="0"/>
            <a:ext cx="9144000" cy="6860799"/>
            <a:chOff x="0" y="0"/>
            <a:chExt cx="9144000" cy="6860799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Rectangle 7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8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1591" y="1340000"/>
            <a:ext cx="3001938" cy="161619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51591" y="3086100"/>
            <a:ext cx="3001938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766428" y="295730"/>
            <a:ext cx="628813" cy="767687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78166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/>
        </p:nvGrpSpPr>
        <p:grpSpPr>
          <a:xfrm>
            <a:off x="0" y="0"/>
            <a:ext cx="9144000" cy="6860799"/>
            <a:chOff x="0" y="0"/>
            <a:chExt cx="9144000" cy="6860799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Rectangle 8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9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5" y="4961453"/>
            <a:ext cx="6422002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3" y="5528191"/>
            <a:ext cx="6422003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766428" y="295730"/>
            <a:ext cx="628813" cy="767687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53417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9144000" cy="6860799"/>
            <a:chOff x="0" y="0"/>
            <a:chExt cx="9144000" cy="6860799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Rectangle 7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8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927101"/>
            <a:ext cx="6422004" cy="1692720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8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66428" y="295730"/>
            <a:ext cx="628813" cy="767687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19951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9144000" cy="6860799"/>
            <a:chOff x="0" y="0"/>
            <a:chExt cx="9144000" cy="6860799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299432" y="587019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3" name="Freeform 12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3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12" name="TextBox 11"/>
          <p:cNvSpPr txBox="1"/>
          <p:nvPr/>
        </p:nvSpPr>
        <p:spPr bwMode="gray">
          <a:xfrm>
            <a:off x="7033422" y="2898648"/>
            <a:ext cx="66055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8000" dirty="0"/>
              <a:t>”</a:t>
            </a:r>
          </a:p>
        </p:txBody>
      </p:sp>
      <p:sp>
        <p:nvSpPr>
          <p:cNvPr id="11" name="TextBox 10"/>
          <p:cNvSpPr txBox="1"/>
          <p:nvPr/>
        </p:nvSpPr>
        <p:spPr bwMode="gray">
          <a:xfrm>
            <a:off x="651683" y="589767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8000" dirty="0"/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58" y="903421"/>
            <a:ext cx="6160385" cy="2895658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9" y="3809278"/>
            <a:ext cx="5646142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5"/>
            <a:ext cx="6422005" cy="1024065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66428" y="295730"/>
            <a:ext cx="628813" cy="767687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33123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9144000" cy="6860799"/>
            <a:chOff x="0" y="0"/>
            <a:chExt cx="9144000" cy="6860799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7019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2057400"/>
            <a:ext cx="6422004" cy="2095500"/>
          </a:xfrm>
        </p:spPr>
        <p:txBody>
          <a:bodyPr anchor="b"/>
          <a:lstStyle>
            <a:lvl1pPr algn="l">
              <a:defRPr sz="36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66428" y="295730"/>
            <a:ext cx="628813" cy="767687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03399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922305"/>
            <a:ext cx="6423592" cy="71466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2489200"/>
            <a:ext cx="2313433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5"/>
            <a:ext cx="2313432" cy="2877714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8472" y="2489200"/>
            <a:ext cx="2326750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2" y="3147165"/>
            <a:ext cx="2326749" cy="2869878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63820" y="2489201"/>
            <a:ext cx="2313740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3821" y="3147164"/>
            <a:ext cx="2313740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766428" y="295730"/>
            <a:ext cx="628813" cy="767687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250032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927101"/>
            <a:ext cx="6423592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1461" y="4180095"/>
            <a:ext cx="229904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2743" y="2486221"/>
            <a:ext cx="2021456" cy="1450321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21"/>
          </p:nvPr>
        </p:nvSpPr>
        <p:spPr>
          <a:xfrm>
            <a:off x="881461" y="4837558"/>
            <a:ext cx="2298410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4318" y="4179596"/>
            <a:ext cx="2317790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16"/>
          </p:nvPr>
        </p:nvSpPr>
        <p:spPr>
          <a:xfrm>
            <a:off x="3550622" y="2509453"/>
            <a:ext cx="2025182" cy="1427089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04318" y="4837558"/>
            <a:ext cx="2330903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63821" y="4179595"/>
            <a:ext cx="229949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17"/>
          </p:nvPr>
        </p:nvSpPr>
        <p:spPr>
          <a:xfrm>
            <a:off x="6104946" y="2509453"/>
            <a:ext cx="2018839" cy="1427089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63821" y="4837558"/>
            <a:ext cx="229949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1" name="Straight Connector 20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766428" y="295730"/>
            <a:ext cx="628813" cy="767687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28355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66428" y="295730"/>
            <a:ext cx="628813" cy="767687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62013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44000" cy="6860799"/>
            <a:chOff x="0" y="0"/>
            <a:chExt cx="9144000" cy="6860799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7019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8"/>
            <p:cNvSpPr/>
            <p:nvPr/>
          </p:nvSpPr>
          <p:spPr bwMode="gray">
            <a:xfrm rot="5400000">
              <a:off x="1299309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8" name="Rectangle 7"/>
            <p:cNvSpPr/>
            <p:nvPr/>
          </p:nvSpPr>
          <p:spPr bwMode="gray">
            <a:xfrm>
              <a:off x="414867" y="402165"/>
              <a:ext cx="46105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68970" y="1447799"/>
            <a:ext cx="1077347" cy="4571999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440" y="1447799"/>
            <a:ext cx="4417234" cy="4572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66428" y="295730"/>
            <a:ext cx="628813" cy="767687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1652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0" y="0"/>
            <a:ext cx="9144000" cy="6860799"/>
            <a:chOff x="0" y="0"/>
            <a:chExt cx="9144000" cy="6860799"/>
          </a:xfrm>
        </p:grpSpPr>
        <p:sp>
          <p:nvSpPr>
            <p:cNvPr id="25" name="Rectangle 24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6299432" y="587019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18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3202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2489200"/>
            <a:ext cx="6343201" cy="35306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39638" y="6365499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8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0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7678616" y="295730"/>
            <a:ext cx="791308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45344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1" y="786581"/>
            <a:ext cx="5917679" cy="2477729"/>
          </a:xfrm>
        </p:spPr>
        <p:txBody>
          <a:bodyPr/>
          <a:lstStyle/>
          <a:p>
            <a:r>
              <a:rPr dirty="0"/>
              <a:t>Gemini Historical Artifact Description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1" y="3264311"/>
            <a:ext cx="5917679" cy="2595716"/>
          </a:xfrm>
        </p:spPr>
        <p:txBody>
          <a:bodyPr>
            <a:noAutofit/>
          </a:bodyPr>
          <a:lstStyle/>
          <a:p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Cloud Generative AI Virtual Internship Project</a:t>
            </a:r>
          </a:p>
          <a:p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Name: Kadali Lalitha Chandana</a:t>
            </a:r>
          </a:p>
          <a:p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Roll Number: 24221A4217</a:t>
            </a:r>
          </a:p>
          <a:p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ID: LTVIP2026TMIDS34516</a:t>
            </a:r>
          </a:p>
          <a:p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BVC Engineering College</a:t>
            </a:r>
          </a:p>
          <a:p>
            <a:r>
              <a:rPr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B.Tech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CSE(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 &amp; Machine Learning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Application using Google Gemini Generative AI</a:t>
            </a:r>
          </a:p>
          <a:p>
            <a:r>
              <a:t>• Generates historical descriptions of artifacts</a:t>
            </a:r>
          </a:p>
          <a:p>
            <a:r>
              <a:t>• Built using Python and Streamlit</a:t>
            </a:r>
          </a:p>
          <a:p>
            <a:r>
              <a:t>• Deployed on Streamlit Cloud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Accessing historical information requires manual research</a:t>
            </a:r>
          </a:p>
          <a:p>
            <a:r>
              <a:t>• Need for quick and intelligent information retrieval</a:t>
            </a:r>
          </a:p>
          <a:p>
            <a:r>
              <a:t>• AI-based system to generate structured historical content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Implement Google Gemini Generative AI</a:t>
            </a:r>
          </a:p>
          <a:p>
            <a:r>
              <a:t>• Build a web-based AI application</a:t>
            </a:r>
          </a:p>
          <a:p>
            <a:r>
              <a:t>• Deploy application on cloud platform</a:t>
            </a:r>
          </a:p>
          <a:p>
            <a:r>
              <a:t>• Secure API key management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Python</a:t>
            </a:r>
          </a:p>
          <a:p>
            <a:r>
              <a:t>• Streamlit</a:t>
            </a:r>
          </a:p>
          <a:p>
            <a:r>
              <a:t>• Google Gemini API</a:t>
            </a:r>
          </a:p>
          <a:p>
            <a:r>
              <a:t>• Google AI Studio</a:t>
            </a:r>
          </a:p>
          <a:p>
            <a:r>
              <a:t>• Streamlit Cloud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Input</a:t>
            </a:r>
          </a:p>
          <a:p>
            <a:r>
              <a:t>↓</a:t>
            </a:r>
          </a:p>
          <a:p>
            <a:r>
              <a:t>Streamlit Web Application</a:t>
            </a:r>
          </a:p>
          <a:p>
            <a:r>
              <a:t>↓</a:t>
            </a:r>
          </a:p>
          <a:p>
            <a:r>
              <a:t>Google Gemini API</a:t>
            </a:r>
          </a:p>
          <a:p>
            <a:r>
              <a:t>↓</a:t>
            </a:r>
          </a:p>
          <a:p>
            <a:r>
              <a:t>Generated Historical Description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User enters artifact name or description</a:t>
            </a:r>
          </a:p>
          <a:p>
            <a:r>
              <a:t>• Gemini Flash model processes input</a:t>
            </a:r>
          </a:p>
          <a:p>
            <a:r>
              <a:t>• AI generates structured historical response</a:t>
            </a:r>
          </a:p>
          <a:p>
            <a:r>
              <a:t>• Output displayed on web interface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Text-based artifact input</a:t>
            </a:r>
          </a:p>
          <a:p>
            <a:r>
              <a:t>• AI-generated structured description</a:t>
            </a:r>
          </a:p>
          <a:p>
            <a:r>
              <a:t>• User-friendly interface</a:t>
            </a:r>
          </a:p>
          <a:p>
            <a:r>
              <a:t>• Secure cloud deployment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&amp; Solutions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API quota limitations</a:t>
            </a:r>
          </a:p>
          <a:p>
            <a:r>
              <a:t>• Model compatibility issues</a:t>
            </a:r>
          </a:p>
          <a:p>
            <a:r>
              <a:t>• Secure API key management</a:t>
            </a:r>
          </a:p>
          <a:p>
            <a:r>
              <a:t>• Resolved using text-based model and Streamlit Secrets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Successfully integrated Generative AI with web application</a:t>
            </a:r>
          </a:p>
          <a:p>
            <a:r>
              <a:t>• Demonstrates practical AI implementation</a:t>
            </a:r>
          </a:p>
          <a:p>
            <a:r>
              <a:t>• Cloud deployed and fully functional</a:t>
            </a:r>
          </a:p>
          <a:p>
            <a:r>
              <a:t>• Educational and scalable solution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tint val="100000"/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A3AB87EF-B655-4FFF-8D05-F333AD7F278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3</TotalTime>
  <Words>240</Words>
  <Application>Microsoft Office PowerPoint</Application>
  <PresentationFormat>On-screen Show (4:3)</PresentationFormat>
  <Paragraphs>56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Century Gothic</vt:lpstr>
      <vt:lpstr>Times New Roman</vt:lpstr>
      <vt:lpstr>Wingdings 3</vt:lpstr>
      <vt:lpstr>Ion Boardroom</vt:lpstr>
      <vt:lpstr>Gemini Historical Artifact Description</vt:lpstr>
      <vt:lpstr>Introduction</vt:lpstr>
      <vt:lpstr>Problem Statement</vt:lpstr>
      <vt:lpstr>Project Objectives</vt:lpstr>
      <vt:lpstr>Technologies Used</vt:lpstr>
      <vt:lpstr>System Architecture</vt:lpstr>
      <vt:lpstr>Implementation Details</vt:lpstr>
      <vt:lpstr>Key Features</vt:lpstr>
      <vt:lpstr>Challenges &amp; Solutions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stalin chinta</dc:creator>
  <cp:keywords/>
  <dc:description>generated using python-pptx</dc:description>
  <cp:lastModifiedBy>stalin chinta</cp:lastModifiedBy>
  <cp:revision>2</cp:revision>
  <dcterms:created xsi:type="dcterms:W3CDTF">2013-01-27T09:14:16Z</dcterms:created>
  <dcterms:modified xsi:type="dcterms:W3CDTF">2026-02-16T11:10:14Z</dcterms:modified>
  <cp:category/>
</cp:coreProperties>
</file>